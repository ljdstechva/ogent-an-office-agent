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79b43f97699483f" /><Relationship Type="http://schemas.openxmlformats.org/package/2006/relationships/metadata/core-properties" Target="/docProps/core.xml" Id="Rda71450531eb4d16" /><Relationship Type="http://schemas.openxmlformats.org/officeDocument/2006/relationships/extended-properties" Target="/docProps/app.xml" Id="R3929d399f6824be4" /><Relationship Type="http://schemas.openxmlformats.org/officeDocument/2006/relationships/custom-properties" Target="/docProps/custom.xml" Id="Rf4ae13c1e7bf47c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2fb44cff07c74fc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fb44cff07c74f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slide proves OfficeCLI can create and render a PowerPoint presentation on this workstation.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bb7b08eef41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d4cb62b0c47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3835600bf41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f21f43fc1846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e665bebc94c9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6b5bd7ae3fb48d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74a1477014408" /><Relationship Type="http://schemas.openxmlformats.org/officeDocument/2006/relationships/notesSlide" Target="/ppt/notesSlides/notesSlide1.xml" Id="R9f04d75d5b5d4a58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BaselineTitle"/>
          <p:cNvSpPr txBox="1"/>
          <p:nvPr/>
        </p:nvSpPr>
        <p:spPr>
          <a:xfrm xmlns:a="http://schemas.openxmlformats.org/drawingml/2006/main">
            <a:off x="720000" y="720000"/>
            <a:ext cx="107532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  <a:latin typeface="Georgia"/>
                <a:ea typeface="Georgia"/>
              </a:rPr>
              <a:t>Baseline Deck</a:t>
            </a:r>
          </a:p>
        </p:txBody>
      </p:sp>
      <p:sp>
        <p:nvSpPr>
          <p:cNvPr id="100001" name="MessageCard"/>
          <p:cNvSpPr/>
          <p:nvPr/>
        </p:nvSpPr>
        <p:spPr>
          <a:xfrm xmlns:a="http://schemas.openxmlformats.org/drawingml/2006/main">
            <a:off x="1800000" y="2160000"/>
            <a:ext cx="8593200" cy="21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1E2761"/>
                </a:solidFill>
                <a:latin typeface="Calibri"/>
                <a:ea typeface="Calibri"/>
              </a:rPr>
              <a:t>Hello from officecli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OfficeCLI/1.0.140</ap:Application>
  <ap:Company>Ogent</ap:Compan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Ogent</dc:creator>
  <dcterms:created xsi:type="dcterms:W3CDTF">2026-07-22T09:34:56.0000000Z</dcterms:created>
  <lastModifiedBy>Ogent</lastModifiedBy>
  <dcterms:modified xsi:type="dcterms:W3CDTF">2026-07-22T13:29:46.1367400Z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1.0.140</vt:lpwstr>
  </op:property>
  <op:property fmtid="{D5CDD505-2E9C-101B-9397-08002B2CF9AE}" pid="3" name="OfficeCLI.LastModified">
    <vt:lpwstr xmlns:vt="http://schemas.openxmlformats.org/officeDocument/2006/docPropsVTypes">2026-07-22T13:29:46Z</vt:lpwstr>
  </op:property>
</op:Properties>
</file>