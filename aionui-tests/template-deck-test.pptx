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3f528b2453a4c29" /><Relationship Type="http://schemas.openxmlformats.org/package/2006/relationships/metadata/core-properties" Target="/docProps/core.xml" Id="R80876d99b4224a2d" /><Relationship Type="http://schemas.openxmlformats.org/officeDocument/2006/relationships/extended-properties" Target="/docProps/app.xml" Id="Rd0882331249b4adf" /><Relationship Type="http://schemas.openxmlformats.org/officeDocument/2006/relationships/custom-properties" Target="/docProps/custom.xml" Id="R4475c8da333e478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69abc26e01f403e"/>
    <p:sldId id="257" r:id="Rb85b8b21abc741cc"/>
    <p:sldId id="258" r:id="Rda17d1a2a07c4d3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69abc26e01f403e" /><Relationship Type="http://schemas.openxmlformats.org/officeDocument/2006/relationships/slide" Target="/ppt/slides/slide2.xml" Id="Rb85b8b21abc741cc" /><Relationship Type="http://schemas.openxmlformats.org/officeDocument/2006/relationships/slide" Target="/ppt/slides/slide3.xml" Id="Rda17d1a2a07c4d3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b8b13f5ab4c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9f9967a5642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2f7f737a6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18bc514da41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813cf5e9041b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6dd8359481249d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5f88b7ae4f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d3fb2fb794b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e6087ac01481e" /></Relationships>
</file>

<file path=ppt/slides/slide1.xml><?xml version="1.0" encoding="utf-8"?>
<p:sld xmlns:a="http://schemas.openxmlformats.org/drawingml/2006/main" xmlns:p="http://schemas.openxmlformats.org/presentationml/2006/main">
  <p:cSld name="Title">
    <p:bg>
      <p:bgPr>
        <a:solidFill xmlns:a="http://schemas.openxmlformats.org/drawingml/2006/main"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Accent"/>
          <p:cNvSpPr/>
          <p:nvPr/>
        </p:nvSpPr>
        <p:spPr>
          <a:xfrm xmlns:a="http://schemas.openxmlformats.org/drawingml/2006/main">
            <a:off x="540000" y="1116000"/>
            <a:ext cx="54000" cy="38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DeckTitle"/>
          <p:cNvSpPr txBox="1"/>
          <p:nvPr/>
        </p:nvSpPr>
        <p:spPr>
          <a:xfrm xmlns:a="http://schemas.openxmlformats.org/drawingml/2006/main">
            <a:off x="792000" y="1800000"/>
            <a:ext cx="792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Aptos Display"/>
                <a:ea typeface="Aptos Display"/>
              </a:rPr>
              <a:t>[PRESENTATION TITLE]</a:t>
            </a:r>
          </a:p>
        </p:txBody>
      </p:sp>
      <p:sp>
        <p:nvSpPr>
          <p:cNvPr id="100002" name="DeckSubtitle"/>
          <p:cNvSpPr txBox="1"/>
          <p:nvPr/>
        </p:nvSpPr>
        <p:spPr>
          <a:xfrm xmlns:a="http://schemas.openxmlformats.org/drawingml/2006/main">
            <a:off x="792000" y="3096000"/>
            <a:ext cx="79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300">
                <a:solidFill>
                  <a:srgbClr val="FFFFFF"/>
                </a:solidFill>
                <a:latin typeface="Aptos"/>
                <a:ea typeface="Aptos"/>
              </a:rPr>
              <a:t>[A concise, decision-oriented subtitle]</a:t>
            </a:r>
          </a:p>
        </p:txBody>
      </p:sp>
      <p:sp>
        <p:nvSpPr>
          <p:cNvPr id="100003" name="TitleChip"/>
          <p:cNvSpPr/>
          <p:nvPr/>
        </p:nvSpPr>
        <p:spPr>
          <a:xfrm xmlns:a="http://schemas.openxmlformats.org/drawingml/2006/main">
            <a:off x="792000" y="4896000"/>
            <a:ext cx="5040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5240">
            <a:solidFill>
              <a:srgbClr val="2DE38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Aptos"/>
              </a:rPr>
              <a:t>[ORGANIZATION] · [DATE]</a:t>
            </a:r>
          </a:p>
        </p:txBody>
      </p:sp>
      <p:sp>
        <p:nvSpPr>
          <p:cNvPr id="100004" name="SlideNumber1"/>
          <p:cNvSpPr txBox="1"/>
          <p:nvPr/>
        </p:nvSpPr>
        <p:spPr>
          <a:xfrm xmlns:a="http://schemas.openxmlformats.org/drawingml/2006/main">
            <a:off x="11196000" y="6120000"/>
            <a:ext cx="432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Aptos"/>
                <a:ea typeface="Aptos"/>
              </a:rPr>
              <a:t>01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 name="Key Points">
    <p:bg>
      <p:bgPr>
        <a:solidFill xmlns:a="http://schemas.openxmlformats.org/drawingml/2006/main"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05" name="SectionTitle"/>
          <p:cNvSpPr txBox="1"/>
          <p:nvPr/>
        </p:nvSpPr>
        <p:spPr>
          <a:xfrm xmlns:a="http://schemas.openxmlformats.org/drawingml/2006/main">
            <a:off x="540000" y="486000"/>
            <a:ext cx="90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Aptos Display"/>
                <a:ea typeface="Aptos Display"/>
              </a:rPr>
              <a:t>[SECTION TITLE]</a:t>
            </a:r>
          </a:p>
        </p:txBody>
      </p:sp>
      <p:sp>
        <p:nvSpPr>
          <p:cNvPr id="100006" name="SectionSubtitle"/>
          <p:cNvSpPr txBox="1"/>
          <p:nvPr/>
        </p:nvSpPr>
        <p:spPr>
          <a:xfrm xmlns:a="http://schemas.openxmlformats.org/drawingml/2006/main">
            <a:off x="540000" y="1170000"/>
            <a:ext cx="9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ptos"/>
                <a:ea typeface="Aptos"/>
              </a:rPr>
              <a:t>Three points the audience should remember.</a:t>
            </a:r>
          </a:p>
        </p:txBody>
      </p:sp>
      <p:sp>
        <p:nvSpPr>
          <p:cNvPr id="100007" name="Card1"/>
          <p:cNvSpPr/>
          <p:nvPr/>
        </p:nvSpPr>
        <p:spPr>
          <a:xfrm xmlns:a="http://schemas.openxmlformats.org/drawingml/2006/main">
            <a:off x="540000" y="1908000"/>
            <a:ext cx="3384000" cy="27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5240">
            <a:solidFill>
              <a:srgbClr val="2DE38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1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[KEY POINT]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One sentence of supporting evidence.</a:t>
            </a:r>
          </a:p>
        </p:txBody>
      </p:sp>
      <p:sp>
        <p:nvSpPr>
          <p:cNvPr id="100008" name="Card2"/>
          <p:cNvSpPr/>
          <p:nvPr/>
        </p:nvSpPr>
        <p:spPr>
          <a:xfrm xmlns:a="http://schemas.openxmlformats.org/drawingml/2006/main">
            <a:off x="4392000" y="1908000"/>
            <a:ext cx="3384000" cy="27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5240">
            <a:solidFill>
              <a:srgbClr val="4DA3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2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[KEY POINT]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One sentence of supporting evidence.</a:t>
            </a:r>
          </a:p>
        </p:txBody>
      </p:sp>
      <p:sp>
        <p:nvSpPr>
          <p:cNvPr id="100009" name="Card3"/>
          <p:cNvSpPr/>
          <p:nvPr/>
        </p:nvSpPr>
        <p:spPr>
          <a:xfrm xmlns:a="http://schemas.openxmlformats.org/drawingml/2006/main">
            <a:off x="8244000" y="1908000"/>
            <a:ext cx="3384000" cy="27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5240">
            <a:solidFill>
              <a:srgbClr val="2DE38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3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[KEY POINT]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One sentence of supporting evidence.</a:t>
            </a:r>
          </a:p>
        </p:txBody>
      </p:sp>
      <p:sp>
        <p:nvSpPr>
          <p:cNvPr id="100010" name="SectionTakeaway"/>
          <p:cNvSpPr/>
          <p:nvPr/>
        </p:nvSpPr>
        <p:spPr>
          <a:xfrm xmlns:a="http://schemas.openxmlformats.org/drawingml/2006/main">
            <a:off x="540000" y="5076000"/>
            <a:ext cx="11088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230"/>
          </a:solidFill>
          <a:ln xmlns:a="http://schemas.openxmlformats.org/drawingml/2006/main" w="15240">
            <a:solidFill>
              <a:srgbClr val="4DA3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Aptos Display"/>
                <a:ea typeface="Aptos Display"/>
              </a:rPr>
              <a:t>[ONE-LINE TAKEAWAY]</a:t>
            </a:r>
          </a:p>
        </p:txBody>
      </p:sp>
      <p:sp>
        <p:nvSpPr>
          <p:cNvPr id="100011" name="SlideNumber2"/>
          <p:cNvSpPr txBox="1"/>
          <p:nvPr/>
        </p:nvSpPr>
        <p:spPr>
          <a:xfrm xmlns:a="http://schemas.openxmlformats.org/drawingml/2006/main">
            <a:off x="11196000" y="6120000"/>
            <a:ext cx="432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Aptos"/>
                <a:ea typeface="Aptos"/>
              </a:rPr>
              <a:t>02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 name="Decision">
    <p:bg>
      <p:bgPr>
        <a:solidFill xmlns:a="http://schemas.openxmlformats.org/drawingml/2006/main"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12" name="DecisionTitle"/>
          <p:cNvSpPr txBox="1"/>
          <p:nvPr/>
        </p:nvSpPr>
        <p:spPr>
          <a:xfrm xmlns:a="http://schemas.openxmlformats.org/drawingml/2006/main">
            <a:off x="540000" y="720000"/>
            <a:ext cx="9720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Aptos Display"/>
                <a:ea typeface="Aptos Display"/>
              </a:rPr>
              <a:t>[DECISION / NEXT STEP]</a:t>
            </a:r>
          </a:p>
        </p:txBody>
      </p:sp>
      <p:sp>
        <p:nvSpPr>
          <p:cNvPr id="100013" name="DecisionBody"/>
          <p:cNvSpPr txBox="1"/>
          <p:nvPr/>
        </p:nvSpPr>
        <p:spPr>
          <a:xfrm xmlns:a="http://schemas.openxmlformats.org/drawingml/2006/main">
            <a:off x="540000" y="1908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  <a:latin typeface="Aptos"/>
                <a:ea typeface="Aptos"/>
              </a:rPr>
              <a:t>State the recommendation, owner, timing, and evidence required to close the decision.</a:t>
            </a:r>
          </a:p>
        </p:txBody>
      </p:sp>
      <p:sp>
        <p:nvSpPr>
          <p:cNvPr id="100014" name="DecisionCTA"/>
          <p:cNvSpPr/>
          <p:nvPr/>
        </p:nvSpPr>
        <p:spPr>
          <a:xfrm xmlns:a="http://schemas.openxmlformats.org/drawingml/2006/main">
            <a:off x="540000" y="4032000"/>
            <a:ext cx="11088000" cy="11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500" b="1">
                <a:solidFill>
                  <a:srgbClr val="071820"/>
                </a:solidFill>
                <a:latin typeface="Aptos Display"/>
                <a:ea typeface="Aptos Display"/>
              </a:rPr>
              <a:t>[CALL TO ACTION]</a:t>
            </a:r>
          </a:p>
        </p:txBody>
      </p:sp>
      <p:sp>
        <p:nvSpPr>
          <p:cNvPr id="100015" name="SlideNumber3"/>
          <p:cNvSpPr txBox="1"/>
          <p:nvPr/>
        </p:nvSpPr>
        <p:spPr>
          <a:xfrm xmlns:a="http://schemas.openxmlformats.org/drawingml/2006/main">
            <a:off x="11196000" y="6120000"/>
            <a:ext cx="432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Aptos"/>
                <a:ea typeface="Aptos"/>
              </a:rPr>
              <a:t>03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71820"/>
      </a:dk1>
      <a:lt1>
        <a:srgbClr val="FFFFFF"/>
      </a:lt1>
      <a:dk2>
        <a:srgbClr val="44546A"/>
      </a:dk2>
      <a:lt2>
        <a:srgbClr val="E7E6E6"/>
      </a:lt2>
      <a:accent1>
        <a:srgbClr val="2DE38C"/>
      </a:accent1>
      <a:accent2>
        <a:srgbClr val="4DA3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OfficeCLI/1.0.140</ap:Application>
  <ap:Company>Ogent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Ogent</dc:creator>
  <dcterms:created xsi:type="dcterms:W3CDTF">2026-07-22T12:10:27.0000000Z</dcterms:created>
  <lastModifiedBy>Ogent</lastModifiedBy>
  <dcterms:modified xsi:type="dcterms:W3CDTF">2026-07-22T13:29:49.2092578Z</dcterms:modified>
  <dc:title>[PRESENTATION TITLE]</dc:title>
  <dc:subject>Reusable three-slide presentation</dc:subject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1.0.140</vt:lpwstr>
  </op:property>
  <op:property fmtid="{D5CDD505-2E9C-101B-9397-08002B2CF9AE}" pid="3" name="OfficeCLI.LastModified">
    <vt:lpwstr xmlns:vt="http://schemas.openxmlformats.org/officeDocument/2006/docPropsVTypes">2026-07-22T13:29:49Z</vt:lpwstr>
  </op:property>
</op:Properties>
</file>